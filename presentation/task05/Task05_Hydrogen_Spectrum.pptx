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SCRIPT
Task 5 uses ten ideal Bohr energy levels to calculate all forty-five downward level pairs. Each emitted photon follows E equals h c over lambda, but only discrete wavelengths occur. The Balmer series crosses visible light, including ideal H-alpha at 656 nanometres. All thirty independent checks pass.
MASTER-DECK CUE
Follow model, validation evidence, then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ask 5 summary. Forty-five discrete downward transitions among ten Bohr levels are shown as photon energy versus wavelength, an energy level diagram and visible Balmer line positions. The ideal H-alpha line is 656.112 nanometres and all thirty checks pas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73152"/>
            <a:ext cx="11969496" cy="67299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Times New Roman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Times New Roman"/>
        <a:font script="Hebr" typeface="Times New Roma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Times New Roman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BPhO Computational Challenge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5 — Hydrogen Spectrum</dc:title>
  <dc:subject>Task 5 hydrogen-spectrum presentation slide</dc:subject>
  <dc:creator>Ocin12345</dc:creator>
  <cp:lastModifiedBy>Ocin12345</cp:lastModifiedBy>
  <cp:revision>1</cp:revision>
  <dcterms:created xsi:type="dcterms:W3CDTF">2026-01-01T00:00:00Z</dcterms:created>
  <dcterms:modified xsi:type="dcterms:W3CDTF">2026-01-01T00:00:00Z</dcterms:modified>
</cp:coreProperties>
</file>