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SCRIPT (approximately 18 seconds)
Task 10 constructs normalized hydrogenic orbitals from S through G. The gallery contains twenty-five real states, while coloured-glass slices reveal three-dimensional density and nodes. Energy scales as Z squared over n squared, and size as one over Z. View rotation is camera motion, not electron motion; all twenty-two checks pass.
CUES
0–5 s: coloured-glass density and node result cards.
5–10 s: S-through-G family progression and 25-state gallery.
10–15 s: radial structure and Z-scaling relationships.
15–18 s: validation totals and camera-motion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ask 10 normalized hydrogenic-orbital summary. Panel A shows a 17-plane semi-transparent coloured-glass rendering of hydrogen 3d, m equals zero, with nodal surfaces visible. Result cards report energy minus 1.51091 electron volts, a 99.95-percent radius of 15.13 angstroms, zero radial nodes and two angular nodes. Panel B shows the S-through-G family progression 1s, 2p, 3d, 4f and 5g for m equals zero. Panel C plots scaled radial probability. Validation totals show 22 of 22 scientific checks passing across 204 validated states. A footer states that the threshold changes opacity only and view rotation is camera motion, not electron motion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" y="73152"/>
            <a:ext cx="11969496" cy="672998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Times New Roman"/>
        <a:font script="Hebr" typeface="Times New Roma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Times New Roman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BPhO Computational Challenge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10 — Hydrogenic Orbitals</dc:title>
  <dc:subject>Task 10 normalized hydrogenic-orbital presentation slide</dc:subject>
  <dc:creator>Ocin12345</dc:creator>
  <cp:lastModifiedBy>Ocin12345</cp:lastModifiedBy>
  <cp:revision>1</cp:revision>
  <dcterms:created xsi:type="dcterms:W3CDTF">2026-01-01T00:00:00Z</dcterms:created>
  <dcterms:modified xsi:type="dcterms:W3CDTF">2026-01-01T00:00:00Z</dcterms:modified>
</cp:coreProperties>
</file>