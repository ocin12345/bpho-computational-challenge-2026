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SCRIPT
Task 4 models Einstein's photoelectric equation for nine metals. Every stopping-potential curve has gradient h over e; the work function sets the threshold. Sodium reaches visible light up to 517 nanometres. Below threshold, no photoelectrons exist, so stopping potential is undefined. All forty-three independent checks passed.
MASTER-DECK CUE
Follow model, validation evidence, then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ask 4 summary for nine metals. Stopping potential is plotted against frequency and wavelength, the copper threshold separates a mathematical extrapolation from the physical solution, and result text states the common h over e gradient and forty-three passing check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" y="73152"/>
            <a:ext cx="11969496" cy="67299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Times New Roman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Times New Roman"/>
        <a:font script="Hebr" typeface="Times New Roman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Times New Roman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BPhO Computational Challenge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4 — Photoelectric Effect</dc:title>
  <dc:subject>Task 4 photoelectric-effect presentation slide</dc:subject>
  <dc:creator>Ocin12345</dc:creator>
  <cp:lastModifiedBy>Ocin12345</cp:lastModifiedBy>
  <cp:revision>1</cp:revision>
  <dcterms:created xsi:type="dcterms:W3CDTF">2026-01-01T00:00:00Z</dcterms:created>
  <dcterms:modified xsi:type="dcterms:W3CDTF">2026-01-01T00:00:00Z</dcterms:modified>
</cp:coreProperties>
</file>