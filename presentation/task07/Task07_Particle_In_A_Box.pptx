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SCRIPT (approximately 18 seconds)
Task 7 solves an electron in a one-nanometre infinite box. Boundary conditions create standing waves and discrete energies growing as n squared. The probability densities remain normalised, while the uncertainty calculation gives 0.568 h-bar in the ground state, above Heisenberg's half-h-bar limit. Fifty independent checks pass.
CUES
0–6 s: probability densities.
6–11 s: discrete energy spectrum.
11–16 s: uncertainty product and lower bound.
16–18 s: validation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ask 7 summary for an electron in a one-nanometre infinite well. The left panel shows four normalized stationary probability densities with increasing node count. The upper middle panel shows ten discrete energies growing as quantum number squared. The lower middle panel shows the uncertainty product above the one-half-h-bar bound. Result cards give the ground energy, ground uncertainty, finite-difference error and fifty passing check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Times New Roman"/>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Times New Roman"/>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BPhO Computational Challenge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7 — Particle in a One-Dimensional Box</dc:title>
  <dc:subject>Task 7 particle-in-a-box presentation slide</dc:subject>
  <dc:creator>Ocin12345</dc:creator>
  <cp:lastModifiedBy>Ocin12345</cp:lastModifiedBy>
  <cp:revision>1</cp:revision>
  <dcterms:created xsi:type="dcterms:W3CDTF">2026-01-01T00:00:00Z</dcterms:created>
  <dcterms:modified xsi:type="dcterms:W3CDTF">2026-01-01T00:00:00Z</dcterms:modified>
</cp:coreProperties>
</file>