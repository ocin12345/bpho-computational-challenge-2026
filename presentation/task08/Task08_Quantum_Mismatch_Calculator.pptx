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SCRIPT (approximately 18 seconds)
Task 8 compares classical Malus probabilities with the entangled quantum prediction. At minus thirty and plus thirty degrees, classical mismatch is thirty-seven point five percent, while quantum mismatch is seventy-five percent. The sweep exposes their different angle dependence; a finite sample shows counting fluctuations. All sixty-six validation checks pass.
CUES
0–5 s: detector geometry and sixty-degree separation.
5–11 s: exact sweep and official probability markers.
11–15 s: contrast heatmap and finite sample.
15–18 s: scientific and statistical validation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ask 8 quantum mismatch summary. Panel A shows detector axes at minus thirty and plus thirty degrees, separated by sixty degrees. Panel B plots classical solid orange and quantum dashed teal mismatch over the full detector-B angle range, with the official values at thirty-seven point five and seventy-five percent. Panel C maps quantum minus classical contrast across both detector angles. Panel D shows a reproducible one-thousand-pair sample with 363 classical and 770 quantum mismatches. Badges show forty-two scientific and twenty-four statistical checks passing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11969496" cy="67299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Times New Roman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Times New Roman"/>
        <a:font script="Hebr" typeface="Times New Roma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Times New Roman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BPhO Computational Challenge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8 — Quantum Mismatch Calculator</dc:title>
  <dc:subject>Task 8 quantum mismatch calculator presentation slide</dc:subject>
  <dc:creator>Ocin12345</dc:creator>
  <cp:lastModifiedBy>Ocin12345</cp:lastModifiedBy>
  <cp:revision>1</cp:revision>
  <dcterms:created xsi:type="dcterms:W3CDTF">2026-01-01T00:00:00Z</dcterms:created>
  <dcterms:modified xsi:type="dcterms:W3CDTF">2026-01-01T00:00:00Z</dcterms:modified>
</cp:coreProperties>
</file>