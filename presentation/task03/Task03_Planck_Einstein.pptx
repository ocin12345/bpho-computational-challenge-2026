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SCRIPT
Task 3 models Planck radiation and Einstein heat capacity. Increasing temperature moves the black-body peak to shorter wavelengths, while total emission follows T to the fourth. For solids, the Einstein temperature sets how quickly heat capacity rises towards three R. All twenty-seven analytical and numerical checks passed.
MASTER-DECK CUE
Follow model, validation evidence, then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ask 3 summary comparing three Planck black-body spectra, seven Einstein heat-capacity curves, numerical errors against analytical laws and the universal normalized Einstein curve. All twenty-seven checks pas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" y="73152"/>
            <a:ext cx="11969496" cy="672998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Times New Roman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Times New Roman"/>
        <a:font script="Hebr" typeface="Times New Roman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Times New Roman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BPhO Computational Challenge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3 — Planck Radiation and Einstein Heat Capacity</dc:title>
  <dc:subject>Task 3 Planck-radiation and Einstein-heat-capacity slide</dc:subject>
  <dc:creator>Ocin12345</dc:creator>
  <cp:lastModifiedBy>Ocin12345</cp:lastModifiedBy>
  <cp:revision>1</cp:revision>
  <dcterms:created xsi:type="dcterms:W3CDTF">2026-01-01T00:00:00Z</dcterms:created>
  <dcterms:modified xsi:type="dcterms:W3CDTF">2026-01-01T00:00:00Z</dcterms:modified>
</cp:coreProperties>
</file>