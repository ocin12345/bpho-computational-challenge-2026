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SCRIPT (approximately 17–18 seconds)
Task 3 models Planck radiation and Einstein heat capacity. Increasing temperature moves the black-body peak to shorter wavelengths, while total emission follows T to the fourth. For solids, the Einstein temperature sets how quickly heat capacity rises towards three R. All twenty-seven analytical and numerical checks passed.
CUES
0–7 s: Planck spectrum and peak shift.
7–14 s: Einstein curves and three-R limit.
14–18 s: validation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0116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Thermal Radiation and Heat Capacity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3776" y="69494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Hotter black bodies peak at shorter wavelengths; higher Tₑ delays the rise to 3R.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47120" cy="0"/>
          </a:xfrm>
          <a:prstGeom prst="line">
            <a:avLst/>
          </a:prstGeom>
          <a:noFill/>
          <a:ln w="28575">
            <a:solidFill>
              <a:srgbClr val="0072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179576"/>
            <a:ext cx="5596128" cy="3913632"/>
          </a:xfrm>
          <a:prstGeom prst="roundRect">
            <a:avLst>
              <a:gd name="adj" fmla="val 116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pic>
        <p:nvPicPr>
          <p:cNvPr id="6" name="Image 0" descr="Planck spectral exitance from 100 to 3000 nanometres for 4000, 5000, and 6000 kelvin. The hotter curves are taller and peak at shorter wavelengths; the visible band and numerical peaks are mark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280160"/>
            <a:ext cx="5358384" cy="33192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709160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shifts 724 → 483 nm from 4000 → 6000 K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179576"/>
            <a:ext cx="5596128" cy="3913632"/>
          </a:xfrm>
          <a:prstGeom prst="roundRect">
            <a:avLst>
              <a:gd name="adj" fmla="val 116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pic>
        <p:nvPicPr>
          <p:cNvPr id="9" name="Image 1" descr="Einstein molar heat capacity from zero to 800 kelvin for seven official solids. Every curve rises from zero towards the dashed three-R Dulong–Petit limit, with carbon rising most slowly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280160"/>
            <a:ext cx="5358384" cy="33192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91656" y="4709160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800 K: Au ≈ 3R; carbon remains below the limit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20624" y="5257800"/>
            <a:ext cx="11347704" cy="1069848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8368" y="5440680"/>
            <a:ext cx="2304288" cy="585216"/>
          </a:xfrm>
          <a:prstGeom prst="roundRect">
            <a:avLst>
              <a:gd name="adj" fmla="val 6250"/>
            </a:avLst>
          </a:prstGeom>
          <a:solidFill>
            <a:srgbClr val="E7F5ED"/>
          </a:solidFill>
          <a:ln w="12700">
            <a:solidFill>
              <a:srgbClr val="8ED1A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8096" y="5568696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27/27 CHECKS PASS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3264408" y="5449824"/>
            <a:ext cx="45720" cy="630936"/>
          </a:xfrm>
          <a:prstGeom prst="line">
            <a:avLst/>
          </a:prstGeom>
          <a:noFill/>
          <a:ln w="40640">
            <a:solidFill>
              <a:srgbClr val="0072B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38144" y="5422392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PLANCK VALIDATION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438144" y="570585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λₘₐₓT = b   •   M = σT⁴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7333488" y="5449824"/>
            <a:ext cx="45720" cy="630936"/>
          </a:xfrm>
          <a:prstGeom prst="line">
            <a:avLst/>
          </a:prstGeom>
          <a:noFill/>
          <a:ln w="40640">
            <a:solidFill>
              <a:srgbClr val="D55E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507224" y="5422392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 VALIDATION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507224" y="570585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≤ Cᵥ ≤ 3R   •   universal vs T/Tₑ</a:t>
            </a: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8778240" y="653796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BPhO Computational Challenge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BPhO Computational Challenge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3 — Thermal Radiation and Heat Capacity</dc:title>
  <dc:subject>Task 3 Planck radiation and Einstein heat capacity slide</dc:subject>
  <dc:creator>Ocin12345</dc:creator>
  <cp:lastModifiedBy>Ocin12345</cp:lastModifiedBy>
  <cp:revision>1</cp:revision>
  <dcterms:created xsi:type="dcterms:W3CDTF">2026-01-01T00:00:00Z</dcterms:created>
  <dcterms:modified xsi:type="dcterms:W3CDTF">2026-01-01T00:00:00Z</dcterms:modified>
</cp:coreProperties>
</file>