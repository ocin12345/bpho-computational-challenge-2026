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SCRIPT
For Task 1, I modelled fixed-length steps with directions sampled uniformly from zero to two pi. Fifty walks show no preferred direction. Fifty thousand simulations per step count gave a mean squared displacement slope of 0.9992, matching the theoretical value of one.
MASTER-DECK CUE
Follow model, validation evidence, then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sk 1 summary. Fifty fixed-step random walks spread from a common origin without preferred direction. A fifty-thousand-walk endpoint cloud is circular and agrees with theoretical containment radii. Result cards show uniform angular sampling, mean squared displacement equal to N s squared, a fitted slope of 0.9992 plus or minus 0.0031, and thirty-seven passing check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11969496" cy="6729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BPhO Computational Challenge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 — Two-Dimensional Random Walk</dc:title>
  <dc:subject>Task 1 random-walk presentation slide</dc:subject>
  <dc:creator>Ocin12345</dc:creator>
  <cp:lastModifiedBy>Ocin12345</cp:lastModifiedBy>
  <cp:revision>1</cp:revision>
  <dcterms:created xsi:type="dcterms:W3CDTF">2026-01-01T00:00:00Z</dcterms:created>
  <dcterms:modified xsi:type="dcterms:W3CDTF">2026-01-01T00:00:00Z</dcterms:modified>
</cp:coreProperties>
</file>