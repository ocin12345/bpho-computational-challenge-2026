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SCRIPT
Task 2 models one thousand small particles colliding with a larger particle initially at rest, producing an irregular path. Across sixty-four runs, displacement was unbiased and mean-squared displacement was linear: R squared 0.983, with a diffusion coefficient of 2.25 times ten to the minus three.
MASTER-DECK CUE
Follow model, validation evidence, then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sk 2 summary. A large tracer moves through one thousand small particles. Sixty-four trajectories give a linear intermediate mean-squared displacement with R squared 0.983 and diffusion coefficient 2.25 times ten to the minus three square nanometres per picosecond. The endpoint cloud and confidence intervals show no drif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11969496" cy="6729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BPhO Computational Challenge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2 — Collision-Driven Brownian Motion</dc:title>
  <dc:subject>Task 2 Brownian-motion presentation slide</dc:subject>
  <dc:creator>Ocin12345</dc:creator>
  <cp:lastModifiedBy>Ocin12345</cp:lastModifiedBy>
  <cp:revision>1</cp:revision>
  <dcterms:created xsi:type="dcterms:W3CDTF">2026-01-01T00:00:00Z</dcterms:created>
  <dcterms:modified xsi:type="dcterms:W3CDTF">2026-01-01T00:00:00Z</dcterms:modified>
</cp:coreProperties>
</file>