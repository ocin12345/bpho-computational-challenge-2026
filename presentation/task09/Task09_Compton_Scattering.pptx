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SCRIPT (approximately 18 seconds)
Task 9 models exact Compton scattering at five energies. Fractional shift and electron speed rise with angle, while recoil angle falls to zero at backscatter. At 200 keV and 90 degrees we obtain 0.391, 0.434 c and 35.7 degrees. Energy-momentum conservation passed all 44 checks.
CUES
0–4 s: exact 200 keV momentum triangle.
4–10 s: wavelength-shift and relativistic-speed curves.
10–15 s: recoil-angle curves and 200 keV reference markers.
15–18 s: core and extension validation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ask 9 Compton-scattering summary. Panel A shows the exact 200 keV momentum triangle at a 90-degree photon-scattering angle, with the scattered photon at 143.741 keV and the electron recoiling at 35.705 degrees. Panels B, C and D plot fractional wavelength shift, relativistic electron speed as a fraction of c, and electron recoil angle against photon angle for 50, 100, 200, 500 and 1000 keV. The 200 keV reference values are 0.391390, 0.434186 c and 35.705 degrees. Validation totals show 44 of 44 core and 30 of 30 extension checks passing.">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Times New Roman"/>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Times New Roman"/>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BPhO Computational Challenge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9 — Compton Scattering</dc:title>
  <dc:subject>Task 9 exact relativistic Compton-scattering presentation slide</dc:subject>
  <dc:creator>Ocin12345</dc:creator>
  <cp:lastModifiedBy>Ocin12345</cp:lastModifiedBy>
  <cp:revision>1</cp:revision>
  <dcterms:created xsi:type="dcterms:W3CDTF">2026-01-01T00:00:00Z</dcterms:created>
  <dcterms:modified xsi:type="dcterms:W3CDTF">2026-01-01T00:00:00Z</dcterms:modified>
</cp:coreProperties>
</file>